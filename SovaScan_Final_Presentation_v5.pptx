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developer left a production database password inside an enterprise codebase.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Designed for Continuous CISO Security Gates &amp; Active Auditing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Undetected Leaks in Repos: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components and data relationships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Low-level task lifecycle and API/worker transaction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Parallel code audit layers checking for complex vulnerabilities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code vulnerabilities directly to regulatory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7" name="Picture 6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SSRF vulnerability discovery and patch application on SovaScan webhook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SSRF discovery &amp; patching story: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The Vulnerability Discovery: </a:t>
            </a:r>
            <a:r>
              <a:rPr b="0" sz="1200">
                <a:solidFill>
                  <a:srgbClr val="94A3B8"/>
                </a:solidFill>
                <a:latin typeface="Arial"/>
              </a:rPr>
              <a:t>48 hours before the hackathon, we scanned our outbound Slack alert webhook module. Discovered that unvalidated URL parameters allowed requesting local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SSRF Mitigation Gate: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DNS resolver checking domain IPs against local and link-local ranges, rejecting private spaces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Token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connection URLs inside GET API returns, blocking plaintext info exposure to developers.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Tech Stack &amp; Live 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powering the SovaScan audit portal and demo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CORE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React 18 &amp; TypeScript: </a:t>
            </a:r>
            <a:r>
              <a:rPr b="0" sz="1200">
                <a:solidFill>
                  <a:srgbClr val="94A3B8"/>
                </a:solidFill>
                <a:latin typeface="Arial"/>
              </a:rPr>
              <a:t>Powers the type-safe component dashboard web layout.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Zustand State Store: </a:t>
            </a:r>
            <a:r>
              <a:rPr b="0" sz="1200">
                <a:solidFill>
                  <a:srgbClr val="94A3B8"/>
                </a:solidFill>
                <a:latin typeface="Arial"/>
              </a:rPr>
              <a:t>Lightweight client-side data state caching and action pipelines.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FastAPI Async Web Framework: </a:t>
            </a:r>
            <a:r>
              <a:rPr b="0" sz="1200">
                <a:solidFill>
                  <a:srgbClr val="94A3B8"/>
                </a:solidFill>
                <a:latin typeface="Arial"/>
              </a:rPr>
              <a:t>Asynchronous HTTP backend routing and swift API key validations.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Bandit &amp; Semgrep SAST: </a:t>
            </a:r>
            <a:r>
              <a:rPr b="0" sz="1200">
                <a:solidFill>
                  <a:srgbClr val="94A3B8"/>
                </a:solidFill>
                <a:latin typeface="Arial"/>
              </a:rPr>
              <a:t>Source code AST static checkers run in isolated subprocess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LIVE DEMO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Configure Webhooks: </a:t>
            </a:r>
            <a:r>
              <a:rPr b="0" sz="1200">
                <a:solidFill>
                  <a:srgbClr val="94A3B8"/>
                </a:solidFill>
                <a:latin typeface="Arial"/>
              </a:rPr>
              <a:t>Paste diagnostic webhook URL in settings and trigger 'Test Webhook Alert'.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Scan Target Codebase: </a:t>
            </a:r>
            <a:r>
              <a:rPr b="0" sz="1200">
                <a:solidFill>
                  <a:srgbClr val="94A3B8"/>
                </a:solidFill>
                <a:latin typeface="Arial"/>
              </a:rPr>
              <a:t>Input target codebase path or URL, start scan, and watch progress updates live.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&amp; Remediate Controls: </a:t>
            </a:r>
            <a:r>
              <a:rPr b="0" sz="1200">
                <a:solidFill>
                  <a:srgbClr val="94A3B8"/>
                </a:solidFill>
                <a:latin typeface="Arial"/>
              </a:rPr>
              <a:t>Map scan onto NIST-CSF controls. Apply 'Auto-Fix', write ledger justification, and verify compliance score increase.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Trail &amp; CLI: </a:t>
            </a:r>
            <a:r>
              <a:rPr b="0" sz="1200">
                <a:solidFill>
                  <a:srgbClr val="94A3B8"/>
                </a:solidFill>
                <a:latin typeface="Arial"/>
              </a:rPr>
              <a:t>Verify persistent ledger logs. Demonstrate terminal CLI checks and CycloneDX SBOM exports.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91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069080"/>
            <a:ext cx="2743200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94A3B8"/>
                </a:solidFill>
                <a:latin typeface="Arial"/>
              </a:defRPr>
            </a:pPr>
            <a:r>
              <a:t>"The next leaked banking credential is sitting in a codebase right now.</a:t>
            </a:r>
            <a:br/>
            <a:r>
              <a:t>The only question is who finds it first -- an attacker, or SovaScan."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Project Repository:  github.com/abhinavsingh2403/SovaScan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Deployable On-Premises  |  Zero-Trust Network 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Team Name: Verstappen Paglus  |  UCO Bank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