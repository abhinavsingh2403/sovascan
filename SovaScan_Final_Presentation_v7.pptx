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THE REALITY OF BANKING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Arial"/>
              </a:defRPr>
            </a:pPr>
            <a:r>
              <a:t>"Last week, a developer left a production database password inside an enterprise codebase.</a:t>
            </a:r>
            <a:br/>
            <a:r>
              <a:t>It sat live, exposed to the internet, for 6 hours before anyone noticed."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Manual audits are too slow. Static spreadsheets fail. Credit data leaks in seconds.</a:t>
            </a:r>
            <a:br/>
            <a:r>
              <a:t>How does a SecOps team stay ahead of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Daily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reality of managing code security audits at a scale of 100+ active repositories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Priya's primary bottlenecks as a SecOps engineer: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Lagging Security Visibility: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are run manually twice a year. Between audits, developers commit code containing vulnerabilities undetected.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Exposed Secrets &amp; Keys: </a:t>
            </a:r>
            <a:r>
              <a:rPr b="0" sz="1200">
                <a:solidFill>
                  <a:srgbClr val="94A3B8"/>
                </a:solidFill>
                <a:latin typeface="Arial"/>
              </a:rPr>
              <a:t>Database credentials and API key hashes are committed in local configurations. Generic scanners miss complex secret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Disconnected Compliance Docs: </a:t>
            </a:r>
            <a:r>
              <a:rPr b="0" sz="1200">
                <a:solidFill>
                  <a:srgbClr val="94A3B8"/>
                </a:solidFill>
                <a:latin typeface="Arial"/>
              </a:rPr>
              <a:t>RBI guidelines and SOC-2 trust criteria are tracked in spreadsheets, disjointed from actual code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repositories.</a:t>
            </a:r>
            <a:br/>
            <a:r>
              <a:t>Source: IBM Cost of a Data Breach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configurations.</a:t>
            </a:r>
            <a:br/>
            <a:r>
              <a:t>Source: IBM Cost of a Data Breach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systems.</a:t>
            </a:r>
            <a:br/>
            <a:r>
              <a:t>Source: RBI Cybersecurity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Priya's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streamlines Priya's dashboard audits: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Priya can apply auto-fixes and roll back changes instantly, directly inside the dashboard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Real-Time WebSocket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Vulnerability findings and automated alerts sent in seconds upon scan completion.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Priya's scan requests route securely through core engine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What happens behind the scenes when Priya triggers a codebase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six code analysis layers Priya executes on local codebase directories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SovaScan translates raw security findings into regulatory checklists for Priya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Cockpit: SovaScan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6" name="Picture 5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Study: What Almost Went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self-auditing SovaScan protects Priya's internal security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Honest security audit case study: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During our final pre-deployment security audit, we analyzed our own outbound Slack alert webhook module. Discovered that unrestricted URL inputs allowed requesting internal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DNS Resolution Validator: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dynamic socket IP resolver to check domain resolutions against local and link-local ranges, rejecting loopbacks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Information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credentials inside GET API returns, blocking plaintext info exposure to developers.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Core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and architectures powering SovaScan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FRONTEND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React 18 &amp;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Type-safe component dashboard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Zustand State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Frictionless global state stores with client caching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Recharts 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Dynamic SVG gauges and vulnerability distributions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Vite Bundler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Custom rollup configuration with node-module chunking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645920"/>
            <a:ext cx="33832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BACKEND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22860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FastAPI Async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Asynchronous HTTP backend routing and API key 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2004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SQLAlchemy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Object-relational mapping models with SQLite connections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1148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Pydantic v2 Schemas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Strict input serialization and payload type validations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50292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Click &amp; Rich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Command line scanning tools printing colorized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6459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SECURITY &amp; DEV-OPS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22860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OSV Vulnerability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Continuous CVE databases queryable via API vectors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32004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Docker &amp; 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Multi-container build parameters and network environments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41148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Bandit &amp; Semgrep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Source static analysis libraries run as subprocesses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60" y="50292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GitHub Actions CI/CD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275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Automated code integration checkpoints and testing workflows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Step-by-step walkthrough demonstrating SovaScan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Configure &amp; Test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Open settings. Paste webhook.site diagnostic webhook URL and trigger 'Test Webhook Alert' to demonstrate outbound JSON traffic.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Target Codebase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Input the target codebase path or URL. Trigger scan and show real-time WebSocket progress bars detailing SAST / secrets check phases.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9E0B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Review Compliance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Examine NIST-CSF, SOC-2, and OWASP-10 frameworks checking failed compliance controls and violation lists.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Remediate 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Locate a vulnerable item, execute 'Auto-Fix', write operators' justification ledger, and watch compliance scores rise.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931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Immutable Audit Ledger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Visit Profile page. Display the persistent SQLite log detailing the timestamped fix action and security reason.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Arial"/>
              </a:defRPr>
            </a:pPr>
            <a:r>
              <a:t>STAGE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CLI Scan &amp; SBOM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Demonstrate CLI tool: run 'sovascan scan' inside terminal to export interactive HTML scan reports and CycloneDX SBOMs.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SovaScan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Short-term next steps to transition SovaScan from prototype to enterprise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NEXT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Code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DNS Rebinding Gates: </a:t>
            </a:r>
            <a:r>
              <a:rPr b="0" sz="1050">
                <a:solidFill>
                  <a:srgbClr val="94A3B8"/>
                </a:solidFill>
                <a:latin typeface="Arial"/>
              </a:rPr>
              <a:t>Pin resolved IP addresses during outbound request validation phases to block rebinding attacks.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Multi-Threaded Pool: </a:t>
            </a:r>
            <a:r>
              <a:rPr b="0" sz="1050">
                <a:solidFill>
                  <a:srgbClr val="94A3B8"/>
                </a:solidFill>
                <a:latin typeface="Arial"/>
              </a:rPr>
              <a:t>Deploy multi-threaded scanning worker pools to handle 10+ parallel folder audits.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Endpoint Rate Limiting: </a:t>
            </a:r>
            <a:r>
              <a:rPr b="0" sz="1050">
                <a:solidFill>
                  <a:srgbClr val="94A3B8"/>
                </a:solidFill>
                <a:latin typeface="Arial"/>
              </a:rPr>
              <a:t>Implement API request rate limits on sensitive FastAPI scanner routes.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NEXT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Enterprise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CI/CD Pipeline Plugins: </a:t>
            </a:r>
            <a:r>
              <a:rPr b="0" sz="1050">
                <a:solidFill>
                  <a:srgbClr val="94A3B8"/>
                </a:solidFill>
                <a:latin typeface="Arial"/>
              </a:rPr>
              <a:t>Create native runner actions for GitHub Actions and GitLab CI to fail builds on critical violations.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Active Directory SSO: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 LDAP / Active Directory single-sign-on (SSO) for bank authorization gates.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Alert Rules Filtering: </a:t>
            </a:r>
            <a:r>
              <a:rPr b="0" sz="1050">
                <a:solidFill>
                  <a:srgbClr val="94A3B8"/>
                </a:solidFill>
                <a:latin typeface="Arial"/>
              </a:rPr>
              <a:t>Add directory-level regex exclusions and fine-grained alerts customization.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NEXT 90+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Context-Aware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RBI &amp; PCI-DSS 4.0: </a:t>
            </a:r>
            <a:r>
              <a:rPr b="0" sz="1050">
                <a:solidFill>
                  <a:srgbClr val="94A3B8"/>
                </a:solidFill>
                <a:latin typeface="Arial"/>
              </a:rPr>
              <a:t>Deploy continuous auditing dashboards for the latest PCI-DSS and RBI CSF regulatory updates.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EPSS Correlation Maps: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 EPSS scoring feeds to prioritize scanning items based on active threat exploitability.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YAML Rules Creator: </a:t>
            </a:r>
            <a:r>
              <a:rPr b="0" sz="1050">
                <a:solidFill>
                  <a:srgbClr val="94A3B8"/>
                </a:solidFill>
                <a:latin typeface="Arial"/>
              </a:rPr>
              <a:t>Build a visual custom rules creation utility for internal SecOps engineers.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Enterprise 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Ensuring zero data leakage and absolute security inside air-gapped banking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Local-First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Absolute Code 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Zero Cloud Calls: </a:t>
            </a:r>
            <a:r>
              <a:rPr b="0" sz="1050">
                <a:solidFill>
                  <a:srgbClr val="94A3B8"/>
                </a:solidFill>
                <a:latin typeface="Arial"/>
              </a:rPr>
              <a:t>Runs completely inside the bank's secure network perimeter, ensuring proprietary code never leaves local controls.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No Third-Party SaaS: </a:t>
            </a:r>
            <a:r>
              <a:rPr b="0" sz="1050">
                <a:solidFill>
                  <a:srgbClr val="94A3B8"/>
                </a:solidFill>
                <a:latin typeface="Arial"/>
              </a:rPr>
              <a:t>Eliminates third-party software-as-a-service risks by retaining all analysis steps inside self-hosted runtimes.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Directory Audits: </a:t>
            </a:r>
            <a:r>
              <a:rPr b="0" sz="1050">
                <a:solidFill>
                  <a:srgbClr val="94A3B8"/>
                </a:solidFill>
                <a:latin typeface="Arial"/>
              </a:rPr>
              <a:t>Scans local repository mirrors or codebase folders, respecting active network folder permissions.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Air-Gapped Audits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Offline Security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Offline CVE Databases: </a:t>
            </a:r>
            <a:r>
              <a:rPr b="0" sz="1050">
                <a:solidFill>
                  <a:srgbClr val="94A3B8"/>
                </a:solidFill>
                <a:latin typeface="Arial"/>
              </a:rPr>
              <a:t>Synchronizes vulnerability databases (OSV, NVD CVEs) via secure, periodic offline bundle loads.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Eliminate API Calls: </a:t>
            </a:r>
            <a:r>
              <a:rPr b="0" sz="1050">
                <a:solidFill>
                  <a:srgbClr val="94A3B8"/>
                </a:solidFill>
                <a:latin typeface="Arial"/>
              </a:rPr>
              <a:t>Checks package dependencies without establishing live outbound network connections to global vulnerability feeds.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Restricted Subnets: </a:t>
            </a:r>
            <a:r>
              <a:rPr b="0" sz="1050">
                <a:solidFill>
                  <a:srgbClr val="94A3B8"/>
                </a:solidFill>
                <a:latin typeface="Arial"/>
              </a:rPr>
              <a:t>Blocks scans from triggering any dynamic external queries or downloading unverified testing libraries.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Immutable Ledger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Encrypted Local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Internal SQLite Log: </a:t>
            </a:r>
            <a:r>
              <a:rPr b="0" sz="1050">
                <a:solidFill>
                  <a:srgbClr val="94A3B8"/>
                </a:solidFill>
                <a:latin typeface="Arial"/>
              </a:rPr>
              <a:t>Maintains scan details and fix logs locally on protected DB paths, adhering to bank archiving regulations.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Encrypted Storage: </a:t>
            </a:r>
            <a:r>
              <a:rPr b="0" sz="1050">
                <a:solidFill>
                  <a:srgbClr val="94A3B8"/>
                </a:solidFill>
                <a:latin typeface="Arial"/>
              </a:rPr>
              <a:t>Supports DB level locks and encryption-at-rest configurations to protect ledger integrity from local exposures.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RBI Audit Readiness: </a:t>
            </a:r>
            <a:r>
              <a:rPr b="0" sz="1050">
                <a:solidFill>
                  <a:srgbClr val="94A3B8"/>
                </a:solidFill>
                <a:latin typeface="Arial"/>
              </a:rPr>
              <a:t>Logs include user justifications, scanned targets, hash fingerprints, and security stamps for CISOs.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59E0B"/>
                </a:solidFill>
                <a:latin typeface="Arial"/>
              </a:defRPr>
            </a:pPr>
            <a:r>
              <a:t>Let's See SovaScan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FFFFFF"/>
                </a:solidFill>
                <a:latin typeface="Arial"/>
              </a:defRPr>
            </a:pPr>
            <a:r>
              <a:t>"The next leaked banking credential is sitting in a codebase right now."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Arial"/>
              </a:defRPr>
            </a:pPr>
            <a:r>
              <a:t>The only question is who finds it first -- an attacker, or SovaScan.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457200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Project Repository: github.com/abhinavsingh2403/SovaScan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Arial"/>
              </a:defRPr>
            </a:pPr>
            <a:r>
              <a:t>Deployable On-Premises | Zero-Trust Data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4846320" cy="4297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4846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524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LIVE DEMO CHECKPOINTS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874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Observe these core workflows during our active dashboard session: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377440"/>
            <a:ext cx="4114800" cy="96012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2377440"/>
            <a:ext cx="508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4282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8B5CF6"/>
                </a:solidFill>
                <a:latin typeface="Arial"/>
              </a:defRPr>
            </a:pPr>
            <a:r>
              <a:t>1. Active WebSocket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65176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Watch security scanning workers stream task logs and update dashboard charts dynamically on-screen.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429000"/>
            <a:ext cx="4114800" cy="96012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3429000"/>
            <a:ext cx="508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47980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8B5CF6"/>
                </a:solidFill>
                <a:latin typeface="Arial"/>
              </a:defRPr>
            </a:pPr>
            <a:r>
              <a:t>2. Compliance Score Auditing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70332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Observe SovaScan translate CVE findings into real-time framework checks for RBI CSF &amp; SOC-2.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480560"/>
            <a:ext cx="4114800" cy="96012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4480560"/>
            <a:ext cx="508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53136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8B5CF6"/>
                </a:solidFill>
                <a:latin typeface="Arial"/>
              </a:defRPr>
            </a:pPr>
            <a:r>
              <a:t>3. One-Click Remediation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75488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Watch automated webhook secret masking triggers and justification entries persist to local DBs.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