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developer left a production database password inside an enterprise codebase.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Exposed Secrets &amp; Keys: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Priya's scan requests route securely through core engine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What happens behind the scenes when Priya triggers a codebase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six code analysis layers Priya executes on local codebase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SovaScan translates raw security findings into regulatory checklists for Priya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6" name="Picture 5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self-auditing SovaScan protects Priya's internal security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Honest security audit case study: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During our final pre-deployment security audit, we analyzed our own outbound Slack alert webhook module. Discovered that unrestricted URL inputs allowed requesting internal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DNS Resolution Validator: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dynamic socket IP resolver to check domain resolutions against local and link-local ranges, rejecting loopbacks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Information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credentials inside GET API returns, blocking plaintext info exposure to developers.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and architectures powering SovaScan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FRONTEND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React 18 &amp;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Type-safe component dashboard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Frictionless global state stores with client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Recharts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Dynamic SVG gauges and vulnerability distributions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Vite Bundler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Custom rollup configuration with node-module chunking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45920"/>
            <a:ext cx="33832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22860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FastAPI Async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Asynchronous HTTP backend routing and API key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2004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SQLAlchemy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Object-relational mapping models with SQLite connections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1148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Pydantic v2 Schemas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Strict input serialization and payload type validations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50292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Click &amp; Rich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Command line scanning tools printing colorized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6459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SECURITY &amp; DEV-OPS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22860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OSV Vulnerability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Continuous CVE databases queryable via API vectors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32004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Docker &amp;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Multi-container build parameters and network environments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41148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Bandit &amp; Semgrep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Source static analysis libraries run as subprocesses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50292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GitHub Actions CI/CD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275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Automated code integration checkpoints and testing workflows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walkthrough demonstrating SovaScan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Configure &amp; Test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Open settings. Paste webhook.site diagnostic webhook URL and trigger 'Test Webhook Alert' to demonstrate outbound JSON traffic.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Target Codebase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Input the target codebase path or URL. Trigger scan and show real-time WebSocket progress bars detailing SAST / secrets check phases.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Review Compliance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Examine NIST-CSF, SOC-2, and OWASP-10 frameworks checking failed compliance controls and violation lists.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Remediate 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Locate a vulnerable item, execute 'Auto-Fix', write operators' justification ledger, and watch compliance scores rise.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931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Immutable Audit 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Visit Profile page. Display the persistent SQLite log detailing the timestamped fix action and security reason.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Arial"/>
              </a:defRPr>
            </a:pPr>
            <a:r>
              <a:t>STAGE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CLI Scan &amp; SBOM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Demonstrate CLI tool: run 'sovascan scan' inside terminal to export interactive HTML scan reports and CycloneDX SBOMs.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SovaScan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Short-term next steps to transition SovaScan from prototype to enterprise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NEXT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Code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DNS Rebinding Gates: </a:t>
            </a:r>
            <a:r>
              <a:rPr b="0" sz="1050">
                <a:solidFill>
                  <a:srgbClr val="94A3B8"/>
                </a:solidFill>
                <a:latin typeface="Arial"/>
              </a:rPr>
              <a:t>Pin resolved IP addresses during outbound request validation phases to block rebinding attacks.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Multi-Threaded Pool: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multi-threaded scanning worker pools to handle 10+ parallel folder audits.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Endpoint Rate Limiting: </a:t>
            </a:r>
            <a:r>
              <a:rPr b="0" sz="1050">
                <a:solidFill>
                  <a:srgbClr val="94A3B8"/>
                </a:solidFill>
                <a:latin typeface="Arial"/>
              </a:rPr>
              <a:t>Implement API request rate limits on sensitive FastAPI scanner routes.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NEXT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Enterprise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CI/CD Pipeline Plugins: </a:t>
            </a:r>
            <a:r>
              <a:rPr b="0" sz="1050">
                <a:solidFill>
                  <a:srgbClr val="94A3B8"/>
                </a:solidFill>
                <a:latin typeface="Arial"/>
              </a:rPr>
              <a:t>Create native runner actions for GitHub Actions and GitLab CI to fail builds on critical violations.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Active Directory SSO: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LDAP / Active Directory single-sign-on (SSO) for bank authorization gates.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Alert Rules Filtering: </a:t>
            </a:r>
            <a:r>
              <a:rPr b="0" sz="1050">
                <a:solidFill>
                  <a:srgbClr val="94A3B8"/>
                </a:solidFill>
                <a:latin typeface="Arial"/>
              </a:rPr>
              <a:t>Add directory-level regex exclusions and fine-grained alerts customization.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NEXT 90+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Context-Aware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RBI &amp; PCI-DSS 4.0: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continuous auditing dashboards for the latest PCI-DSS and RBI CSF regulatory updates.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EPSS Correlation Maps: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EPSS scoring feeds to prioritize scanning items based on active threat exploitability.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YAML Rules Creator: </a:t>
            </a:r>
            <a:r>
              <a:rPr b="0" sz="1050">
                <a:solidFill>
                  <a:srgbClr val="94A3B8"/>
                </a:solidFill>
                <a:latin typeface="Arial"/>
              </a:rPr>
              <a:t>Build a visual custom rules creation utility for internal SecOps engineers.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Engineering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execution roles and technical contributions of Verstappen Paglus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Abhinav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Lead Security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FastAPI Gateway: </a:t>
            </a:r>
            <a:r>
              <a:rPr b="0" sz="1050">
                <a:solidFill>
                  <a:srgbClr val="94A3B8"/>
                </a:solidFill>
                <a:latin typeface="Arial"/>
              </a:rPr>
              <a:t>Designed and coded the asynchronous HTTP routing gateways, CORS settings, and validation modules.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Salted API Key Auth: </a:t>
            </a:r>
            <a:r>
              <a:rPr b="0" sz="1050">
                <a:solidFill>
                  <a:srgbClr val="94A3B8"/>
                </a:solidFill>
                <a:latin typeface="Arial"/>
              </a:rPr>
              <a:t>Built custom header middleware using SHA-256 salted hashes to authenticate API gate keys.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Audit Log Ledger: </a:t>
            </a:r>
            <a:r>
              <a:rPr b="0" sz="1050">
                <a:solidFill>
                  <a:srgbClr val="94A3B8"/>
                </a:solidFill>
                <a:latin typeface="Arial"/>
              </a:rPr>
              <a:t>Programmed the database models and writing handlers to persist immutable audit trails to SQLite.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Engine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Core SecOps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ScanManager Engine: </a:t>
            </a:r>
            <a:r>
              <a:rPr b="0" sz="1050">
                <a:solidFill>
                  <a:srgbClr val="94A3B8"/>
                </a:solidFill>
                <a:latin typeface="Arial"/>
              </a:rPr>
              <a:t>Developed the async ScanOrchestrator worker thread manager and WebSocket stream channels.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Vulnerability Parsers: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Integrated bandit SAST, semgrep scans, and OSV API CVE dependency lookups.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Git Crawler: </a:t>
            </a:r>
            <a:r>
              <a:rPr b="0" sz="1050">
                <a:solidFill>
                  <a:srgbClr val="94A3B8"/>
                </a:solidFill>
                <a:latin typeface="Arial"/>
              </a:rPr>
              <a:t>Wrote history crawlers to parse commit logs (git log -p) to identify historical credential leaks.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UI/UX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Frontend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Zustand State Store: </a:t>
            </a:r>
            <a:r>
              <a:rPr b="0" sz="1050">
                <a:solidFill>
                  <a:srgbClr val="94A3B8"/>
                </a:solidFill>
                <a:latin typeface="Arial"/>
              </a:rPr>
              <a:t>Built state stores managing global scans list, filters, and dashboard data models.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Dashboard Workspace: </a:t>
            </a:r>
            <a:r>
              <a:rPr b="0" sz="1050">
                <a:solidFill>
                  <a:srgbClr val="94A3B8"/>
                </a:solidFill>
                <a:latin typeface="Arial"/>
              </a:rPr>
              <a:t>Designed frontend layout panels, dark-mode CSS tokens, and responsive sidebar navigation.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WebSocket bindings: </a:t>
            </a:r>
            <a:r>
              <a:rPr b="0" sz="1050">
                <a:solidFill>
                  <a:srgbClr val="94A3B8"/>
                </a:solidFill>
                <a:latin typeface="Arial"/>
              </a:rPr>
              <a:t>Wrote UI event listeners to reflect scan progress bar ticks and compliance gauge updates.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Arial"/>
              </a:defRPr>
            </a:pPr>
            <a:r>
              <a:t>THE CONTINUOUS CODE AUDIT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FFFFFF"/>
                </a:solidFill>
                <a:latin typeface="Arial"/>
              </a:defRPr>
            </a:pPr>
            <a:r>
              <a:t>"The next leaked banking credential is sitting in a codebase right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The only question is who finds it first -- an attacker, or SovaScan.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45720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Project Repository: github.com/abhinavsingh2403/SovaScan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Arial"/>
              </a:defRPr>
            </a:pPr>
            <a:r>
              <a:t>Deployable On-Premises | Zero-Trust Data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4846320" cy="4297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846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524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CHOOSE OUR TECHNICAL DEEP-DIVE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965960"/>
            <a:ext cx="4114800" cy="82296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0167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Arial"/>
              </a:defRPr>
            </a:pPr>
            <a:r>
              <a:t>1. Entropy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21992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t>Custom mathematical algorithms detecting hardcoded passwords with zero file signatures.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880360"/>
            <a:ext cx="4114800" cy="82296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9311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Arial"/>
              </a:defRPr>
            </a:pPr>
            <a:r>
              <a:t>2. SSRF Resolution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36392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t>Socket DNS validators blocking loopback, link-local, and cloud metadata subnets.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8862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3977640"/>
            <a:ext cx="320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402336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7636" y="408279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3977640"/>
            <a:ext cx="320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402336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86316" y="408279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4846320"/>
            <a:ext cx="320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58200" y="489204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17636" y="495147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4389120"/>
            <a:ext cx="365760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3960" y="4544568"/>
            <a:ext cx="13716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4709160"/>
            <a:ext cx="18288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4389120"/>
            <a:ext cx="1371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72600" y="4846320"/>
            <a:ext cx="22860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58200" y="4389120"/>
            <a:ext cx="27432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8200" y="4617720"/>
            <a:ext cx="13716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257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94A3B8"/>
                </a:solidFill>
                <a:latin typeface="Arial"/>
              </a:defRPr>
            </a:pPr>
            <a:r>
              <a:t>Scan to View Repo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